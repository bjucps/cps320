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4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86F6-0BF0-8CCE-3354-27B49E770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64244-0F24-252F-9915-296769DC8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FDA54-CEB1-F7AB-8BCC-0D8EEC46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BE7C8-D482-3954-473C-4F4A5322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4F85-D3A2-CFF6-CC3D-73AA602B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0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2454-32D2-F263-D29E-A8FAC20F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1E8C1-610F-CF12-10CF-94F43FB0D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25E5B-7D85-F99E-2B6F-70C03DDD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EB70B-7A9A-D213-F93B-64D9CB0D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FBF78-A51F-3034-6899-F3B123B0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937D-FCA3-0ABB-819F-428DAD4B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38F47-1589-0F88-F053-FA77A99E2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58EE-8101-F1A0-0A24-9378A6F2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20EC5-E583-4817-4DA1-DD707F85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CFBDD-6504-D0A3-D857-438BEE3D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6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122A-10E2-2C64-77D8-06630530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231F-7EF6-FB15-B1BA-4D5A67C78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2A93B-D867-0E5E-C590-A28F135A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32511-22AE-2307-4A97-4B8A6BDA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7E8C1-166E-DB07-68B1-B5A4B284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953C0-C91A-AEE2-B3DD-E57821CE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AA7E-5C71-5210-06C2-61A873BCD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5D3DC-58C6-5C7E-322C-C3AEFF016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97A7B-270A-EF38-523A-390C70E08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B53862-5F73-8BD4-AB50-062C8CC51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890CEC-95DE-1C42-59EF-A3E80B2366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E607F-BF59-D68D-EF34-4F39E1AB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4D6B3-0692-60FE-93D0-A1677A3B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2F81C-0565-0649-A321-F781E086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2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A84D-57FF-F91B-8965-7B0F87BD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55FBF-0202-F109-9D43-63382DC5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9D214-2DAE-ECBD-3AD2-CEF1D7BC7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C2D8B-60F1-1F1C-485A-5E6CF7D2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3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A5661-D8F3-1D8C-52CD-B1DFE17A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8E5EB-BF61-BF68-6D94-AB1B869E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CFFB1-7F6E-AA01-549F-F4D13190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2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B4EC-05FD-E485-265D-2BF4B6BA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09806-5CBB-FD43-A054-47977840A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05961-F5E5-38E0-2047-3ECB0592E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191DB-FFCA-AB55-5617-D9E175E5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24EC0-2821-49FE-ECA8-E97C91EA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790B1-B888-B506-1588-63E5660CC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5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EF1A-AB7E-9D2C-2B06-8DE20679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9F931-4A17-6B67-2619-212BCA07D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CAE8E-DE78-BC2E-D5EE-854B8EA86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1AD9D-950C-1065-9D4A-AD977DDA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78ED8-D7BB-B425-248C-7C16F547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473DC-503C-D265-633C-2A72C5D5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6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F06D-EAE0-BDF6-5E02-5EAD972B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271D5-D211-46B0-5813-EF5E6AC47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07883-CEBE-E030-9231-B8371743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D0BC1-20F9-E74D-D078-FB42F310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1A8F6-F9F1-F461-8555-FB366BE5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4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925D1C-9ECD-DB53-9CB1-F3FC923CE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85750-5EC6-9744-961A-4282AF25C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B28B5-B00E-82A8-E181-07176B9E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B2B6-FAA3-9A81-79F7-DB1DA54A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B0DBF-34C3-DC64-1224-BC0FFDC5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4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C5AED-375E-CB95-A372-A94D0814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78558-5169-2029-287C-824E6072C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B927-598E-4F6F-32D9-E3D0CDE12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A6931-A349-41E0-9387-C1C50694D5B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EFB5F-F7E7-8683-B3C5-80B254730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20B97-86B6-AA8F-5041-E76AB303A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9ECDD-7892-40A5-83F4-ADB251B94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3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CF8262-9297-AD04-FB37-0E43BAAE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ntonio" panose="02000503000000000000" pitchFamily="50" charset="0"/>
              </a:rPr>
              <a:t>Arts and Culture at BJU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C382E-F3E3-48AC-877B-80B0558CD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8156" y="5861304"/>
            <a:ext cx="3808858" cy="448056"/>
          </a:xfrm>
        </p:spPr>
        <p:txBody>
          <a:bodyPr/>
          <a:lstStyle/>
          <a:p>
            <a:pPr algn="ctr"/>
            <a:r>
              <a:rPr lang="en-US" dirty="0">
                <a:latin typeface="Antonio" panose="02000503000000000000" pitchFamily="50" charset="0"/>
              </a:rPr>
              <a:t>Android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AE0359-1462-42BC-7A4E-43EA317B6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8133" y="5861304"/>
            <a:ext cx="3808858" cy="448056"/>
          </a:xfrm>
        </p:spPr>
        <p:txBody>
          <a:bodyPr/>
          <a:lstStyle/>
          <a:p>
            <a:pPr algn="ctr"/>
            <a:r>
              <a:rPr lang="en-US" dirty="0">
                <a:latin typeface="Antonio" panose="02000503000000000000" pitchFamily="50" charset="0"/>
              </a:rPr>
              <a:t>iPhone</a:t>
            </a:r>
          </a:p>
        </p:txBody>
      </p:sp>
      <p:pic>
        <p:nvPicPr>
          <p:cNvPr id="1028" name="Picture 4" descr="Scan me!">
            <a:extLst>
              <a:ext uri="{FF2B5EF4-FFF2-40B4-BE49-F238E27FC236}">
                <a16:creationId xmlns:a16="http://schemas.microsoft.com/office/drawing/2014/main" id="{048DB963-4D33-060F-F649-7063C7B39DAB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133" y="1855851"/>
            <a:ext cx="3808858" cy="380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Scan me!">
            <a:extLst>
              <a:ext uri="{FF2B5EF4-FFF2-40B4-BE49-F238E27FC236}">
                <a16:creationId xmlns:a16="http://schemas.microsoft.com/office/drawing/2014/main" id="{25A944D5-B7E1-575F-7F5C-5A66460D41C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156" y="1855851"/>
            <a:ext cx="3808858" cy="380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35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Antonio</vt:lpstr>
      <vt:lpstr>Aptos</vt:lpstr>
      <vt:lpstr>Aptos Display</vt:lpstr>
      <vt:lpstr>Arial</vt:lpstr>
      <vt:lpstr>Office Theme</vt:lpstr>
      <vt:lpstr>Arts and Culture at BJU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Gothard, Sarah</dc:creator>
  <cp:lastModifiedBy>Gothard, Sarah</cp:lastModifiedBy>
  <cp:revision>1</cp:revision>
  <dcterms:created xsi:type="dcterms:W3CDTF">2026-04-28T20:34:17Z</dcterms:created>
  <dcterms:modified xsi:type="dcterms:W3CDTF">2026-04-28T20:41:47Z</dcterms:modified>
</cp:coreProperties>
</file>